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STUDIO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 Platform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Film Distribution &amp; Community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Capstone —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 Maxwell Onyeka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54864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look away.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of the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Studio is an </a:t>
            </a:r>
            <a:pPr indent="0" marL="0">
              <a:lnSpc>
                <a:spcPct val="160000"/>
              </a:lnSpc>
              <a:buNone/>
            </a:pPr>
            <a:r>
              <a:rPr lang="en-US" sz="1600" i="1" dirty="0">
                <a:solidFill>
                  <a:srgbClr val="E4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cinema platform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produces emotional, character-driven films, casts community members into productions, and trains aspiring filmmakers in AI storytelling. We make films about </a:t>
            </a:r>
            <a:pPr indent="0" marL="0">
              <a:lnSpc>
                <a:spcPct val="160000"/>
              </a:lnSpc>
              <a:buNone/>
            </a:pPr>
            <a:r>
              <a:rPr lang="en-US" sz="1600" i="1" dirty="0">
                <a:solidFill>
                  <a:srgbClr val="E4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sacrifice, regret, and the moments that matter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using AI not to replace cinema but to enable stories that wouldn't otherwise get told.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supports three audience pathways: 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4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4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auditioning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4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with its own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 + React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(Neon) + Prisma ORM v6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(JOSE) + Google OAuth 2.0 + bcrypt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— Transactional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Graph + Gmail SMTP (Nodemailer)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— Bulk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Communication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BullMQ + Redis (Upstash)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R2 (S3 SDK)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2.5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LiveKit (Watch Parties)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next-intl (EN/ES/FR/PT)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TipTap Editor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Framer 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(web) + PM2 (workers)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15+ (Neon)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Cache/Queue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(Upstash)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S3-compatible (Cloudflare R2)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Trans.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SMTP / Graph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Bulk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Communication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OAuth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Pro (Edge + Cron)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 on persistent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110+, Safari 16+, Firefox 110+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of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— Foundational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JWT+OAuth auth, 11-language support.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— Content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models, admin TipTap workflows, AI casting scoring.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— Audience Flows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capture, Google OAuth, casting submissions to R2.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— Email &amp; Notifications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337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Multi-transport: Graph+ACS+SMTP. BullMQ priority queue.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— Admin Tooling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dashboard, bot cleanup, email analytics, approvals.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42976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— Operational Hardening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800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webhooks, bounce analysis, suppression enforcement.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Class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HTML version for interactive Mermaid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515600" cy="3657600"/>
          </a:xfrm>
          <a:prstGeom prst="roundRect">
            <a:avLst>
              <a:gd name="adj" fmla="val 2500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103120"/>
            <a:ext cx="10058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entities: User, Project, CastingCall, Application, Subscriber, EmailLog, EmailQueue, EmailSuppression, CtaConfiguration, NotificationSignup, Episode, FilmSubtitle. Relationships: User→Application, Project→CastingCall→Application, CtaConfiguration→NotificationSignup.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HTML version for interactive Mermaid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515600" cy="3657600"/>
          </a:xfrm>
          <a:prstGeom prst="roundRect">
            <a:avLst>
              <a:gd name="adj" fmla="val 2500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103120"/>
            <a:ext cx="10058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mapping: User 1:N Application, Project 1:N CastingCall (cascade), CastingCall 1:N Application, Project 1:N Episode, FilmSubtitle 1:N SubtitleRevision, CtaConfiguration 1:N NotificationSignup, Survey 1:N SurveyResponse, Course→Module→Lesson.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HTML version for interactive Mermaid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515600" cy="3657600"/>
          </a:xfrm>
          <a:prstGeom prst="roundRect">
            <a:avLst>
              <a:gd name="adj" fmla="val 2500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103120"/>
            <a:ext cx="10058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actors — Visitor: browse/subscribe/apply. Subscriber: receive notifications. Member: authenticate, watch, audition, manage account. Admin: manage content, approve subscribers, send announcements, view analytics, configure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HTML version for interactive Mermaid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515600" cy="3657600"/>
          </a:xfrm>
          <a:prstGeom prst="roundRect">
            <a:avLst>
              <a:gd name="adj" fmla="val 2500"/>
            </a:avLst>
          </a:prstGeom>
          <a:solidFill>
            <a:srgbClr val="181C28"/>
          </a:solidFill>
          <a:ln w="6350">
            <a:solidFill>
              <a:srgbClr val="2A2F3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103120"/>
            <a:ext cx="10058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Subscribe: form→bot scoring→DB(active:false)→admin approve. (2) Register: form→DB→Gmail SMTP verification→confirm. (3) OAuth: Google→callback→JWT cookie. (4) Email: admin→queue→suppression check→ACS/SMTP→EmailLog→webhook→bounce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 Grid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474720"/>
                <a:gridCol w="4114800"/>
                <a:gridCol w="7315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sign-in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(impactaistudio.com)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sign-in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(www.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Auto-redirect,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active=false,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active=true,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saved,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Health/bounce/send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Bounces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NDR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pre-publish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4B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episodes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3EF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2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STUDIO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E4B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look away.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A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Platform — Project Presentation 2026</dc:title>
  <dc:subject>Software Engineering Capstone</dc:subject>
  <dc:creator>Maxwell Onyeka</dc:creator>
  <cp:lastModifiedBy>Maxwell Onyeka</cp:lastModifiedBy>
  <cp:revision>1</cp:revision>
  <dcterms:created xsi:type="dcterms:W3CDTF">2026-05-05T02:58:59Z</dcterms:created>
  <dcterms:modified xsi:type="dcterms:W3CDTF">2026-05-05T02:58:59Z</dcterms:modified>
</cp:coreProperties>
</file>