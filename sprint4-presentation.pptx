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36576" cy="1645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Media, Infrastructure &amp; Global Reach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3200400" cy="1828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7, 2026  •  Sprint Review 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Modules → Production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 SPRINT AT A GLANCE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weeks of infrastructure hardening, media pipeline engineering, and global localization — preparing AIM Studio for real-world scale.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Sprint 3 delivery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4612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ADDED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4612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413 files changed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85216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MODELS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5216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298 source files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45820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58200" y="3017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45820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platform coverage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Render → Vercel migration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3931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 15-min token rotation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R2 presigned uploads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793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✉️ Email tracking &amp;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42793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AI key pool management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23760" y="42793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11-language i18n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 PLATFORM MIGRATION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→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Migrated the entire deployment pipeline from Render to Vercel — the native hosting platform for Next.js — delivering faster builds, global edge CDN, and zero-config deployments.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4389120" cy="3200400"/>
          </a:xfrm>
          <a:prstGeom prst="rect">
            <a:avLst>
              <a:gd name="adj" fmla="val 342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  </a:t>
            </a:r>
            <a:pPr indent="0" marL="0">
              <a:buNone/>
            </a:pPr>
            <a:r>
              <a:rPr lang="en-US" sz="1200" b="1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(Before)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Dockerfiles for Next.js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36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Single-region deployment (US-East)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83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SSL &amp; domain config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8313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caching issues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178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413 errors on media uploads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starts on serverless functions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3291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4572000" cy="3200400"/>
          </a:xfrm>
          <a:prstGeom prst="rect">
            <a:avLst>
              <a:gd name="adj" fmla="val 3429"/>
            </a:avLst>
          </a:prstGeom>
          <a:solidFill>
            <a:srgbClr val="111118"/>
          </a:solidFill>
          <a:ln w="1016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 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(After)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7889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Next.js framework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1363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Edge Network (30+ regions)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4838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SSL + custom domains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313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builds — under 60s deploys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4178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presigned URLs bypass size limits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526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cold starts with edge functions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  SECURITY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15-Minute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Rotation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Short-lived access tokens with automatic refresh — every session token expires after 15 minutes and is silently rotated, preventing session hijacking and replay attacks.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01168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Login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verified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201168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Token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TTL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201168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Token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Long-lived, rotated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0" y="2286000"/>
            <a:ext cx="201168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Refresh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0" y="2880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to user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6888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tokens expire every 900 seconds — cannot be reused after window closes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416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endpoint (/api/auth/refresh) issues new pair without re-login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342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verification tokens also expire at 15 minutes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6268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with unit tests confirming exact 900-second TTL enforcement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  MEDIA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Uploads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the server-relay upload model with presigned URL uploads directly to Cloudflare R2 — eliminating Vercel's 4.5MB serverless body limit and enabling large media file handling.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Browser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files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presigned URL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R2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PUT upload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 Delivery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0664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r2.impactaistudio.com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317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413 Errors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3159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never touches file bytes — presigned URL bypasses all body size limits.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7764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16052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Casting Applications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43159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Headshots, demos, portfolios uploaded directly from the casting form.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9808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43159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Presigned URLs expire in 60 seconds. File type &amp; size validated server-side.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 INTERNATIONALIZATION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Languages,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i18n coverage across the entire platform using next-intl with a deep-merge locale loading strategy — every page, form, notification, and email template is translated.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🇬🇧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3172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🇫🇷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3172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Français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French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2336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🇪🇸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Spanish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1500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🇩🇪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0664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🇵🇹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Português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Portuguese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09828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🇸🇦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828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العربية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09828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🇮🇳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हिन्दी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Hindi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33172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🇨🇳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33172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3172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Chinese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02336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🇯🇵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2336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日本語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2336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Japanese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71500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🇰🇷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한국어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Korean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0664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🇷🇺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664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Русский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0664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Russian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008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Deep-merge strategy: page-level keys auto-merge with root translations — no key collisions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44988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page, casting form, notification preferences, dashboard — all fully translated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4791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emails render in the user's detected locale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50840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 support for Arabic layout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 INFRASTRUCTURE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Key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Production-grade API key pool router with automatic error recovery, cooldown management, and real-time health monitoring.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58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Auto-Recovery Pool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Gemini keys rotate automatically. Rate-limited keys cool down for 65s, connection errors for 5 min — then auto-rejoin the pool.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2356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258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2560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Status Badges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80720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admin dashboard shows 🟢 Healthy, 🟡 Recovering, or 🔴 Cooling Down with countdown timers and error details.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41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Routing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 assigned per-agent (audit, analytics, casting). Pool selects the least-recently-used healthy key automatically.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2356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041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4343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Analytics Console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459028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Voice-enabled AI insights with conversational follow-up. Generates 5-7 actionable recommendations from live platform data.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✉️  COMMUNICATIONS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Delivery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Dual-transport email system (Microsoft Graph + SMTP) with delivery logging, retry logic, and a full analytics panel.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+ SMTP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TRANSPORT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per admin settings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Retry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977640" y="3017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BACKOFF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77640" y="32461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 → 2s → 4s automatic retries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Types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15200" y="3017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AUTO-CATEGORIZED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0" y="32461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· App · Notify · Sub · General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outgoing email logged to EmailLog table — recipient, subject, transport, success/failure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analytics panel: delivery rate badge, monthly volume, failure count, type breakdown chart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4256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 email templates — Welcome, Verification, Application Status render in user's language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 ANALYTICS &amp; MONITORING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Center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admin analytics dashboard with live visitor tracking, AI-powered insights, voice conversation mode, casting funnel, and system health monitoring.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58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Pulse vitality score, live visitor count, page views, user growth, and casting conversion rates — auto-refreshing every 30 seconds.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2356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258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2560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AI Insights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80720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AI-powered insights from live data. Voice conversation mode lets you ask follow-up questions with TTS responses.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41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Casting Funnel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funnel: Page Views → Applications → Reviewed. Live conversion rate tracking shows casting page effectiveness.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2356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041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4343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459028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latency, memory usage, service status, hourly heatmaps, device breakdown, referrer sources — full observability.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🎥  LIVE DEMO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Can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feature in this sprint is deployed and can be demonstrated live on the production platform.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754880" cy="3017520"/>
          </a:xfrm>
          <a:prstGeom prst="rect">
            <a:avLst>
              <a:gd name="adj" fmla="val 363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  Public-Facing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language on any page — all 11 render 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 casting application with media uploads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5295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PayPal donation flow — sandbox or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8770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&amp; Works page — premium redesign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224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OAuth sign-in with token refresh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2286000"/>
            <a:ext cx="4754880" cy="3017520"/>
          </a:xfrm>
          <a:prstGeom prst="rect">
            <a:avLst>
              <a:gd name="adj" fmla="val 363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Admin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Command Center with live stats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3182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Insights generation + voice 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35295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health badges (Healthy/Recovering/Cooling)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38770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delivery panel — volume, failures, types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4224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Trailer &amp; subscriber tracking cards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REFLECTIONS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 pushed into production infrastructure territory — every challenge taught a principle I'll carry forward.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36576" cy="1188720"/>
          </a:xfrm>
          <a:prstGeom prst="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Right Platform for Your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614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is solid, but Next.js is a first-class citizen on Vercel — native ISR, edge functions, preview deploys. Don't fight your framework.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23560" y="210312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103120"/>
            <a:ext cx="36576" cy="118872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212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06440" y="2514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Architecture, Not a Feature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7614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token rotation added complexity, but prevents session hijacking. Design security upfront, not as an afterthought.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29000"/>
            <a:ext cx="36576" cy="118872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38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840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Relay Files Through Your 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873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Presigned URLs let the client upload directly to R2 storage — shortest path for bytes eliminates size limits and latency.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23560" y="342900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3429000"/>
            <a:ext cx="36576" cy="118872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3538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06440" y="3840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i18n Must Be Structural, Not Cosmetic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0873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Deep-merge locale strategy prevents key collisions. Plan translation key structure before writing UI components.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54880"/>
            <a:ext cx="36576" cy="1188720"/>
          </a:xfrm>
          <a:prstGeom prst="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64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Can't See It, You Can't Fix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4132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logs, API key health badges, delivery rates — observability isn't optional. Instrument everything from day one.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23560" y="475488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4754880"/>
            <a:ext cx="36576" cy="118872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4864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5166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ORM's Deployment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54132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db push vs prisma migrate work differently in dev vs production. Understanding each prevents deployment failures.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🗺️  SPRINT 5 ROADMAP — WHAT'S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+ </a:t>
            </a:r>
            <a:pPr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9875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6492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HIGH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Formal Test Suite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Jest + Playwright covering auth flows, CRUD, edge cases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HIGH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Profiling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Lighthouse audits, query optimization, Core Web Vitals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MEDIUM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Documentation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OpenAPI / Swagger spec auto-generated from routes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MEDIUM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CI/CD Hardening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Migration checks, preview deploys, Sentry alerting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LOW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Onboarding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Guided tour, progressive profile, engagement hooks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46320"/>
            <a:ext cx="1828800" cy="822960"/>
          </a:xfrm>
          <a:prstGeom prst="rect">
            <a:avLst>
              <a:gd name="adj" fmla="val 11111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193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057400" y="48646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✅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15184" y="4846320"/>
            <a:ext cx="1828800" cy="822960"/>
          </a:xfrm>
          <a:prstGeom prst="rect">
            <a:avLst>
              <a:gd name="adj" fmla="val 11111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5184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15184" y="5193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+ Security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032504" y="48646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✅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90288" y="4846320"/>
            <a:ext cx="1828800" cy="822960"/>
          </a:xfrm>
          <a:prstGeom prst="rect">
            <a:avLst>
              <a:gd name="adj" fmla="val 11111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90288" y="5193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Modules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007608" y="48646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✅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565392" y="4846320"/>
            <a:ext cx="1828800" cy="822960"/>
          </a:xfrm>
          <a:prstGeom prst="rect">
            <a:avLst>
              <a:gd name="adj" fmla="val 11111"/>
            </a:avLst>
          </a:prstGeom>
          <a:solidFill>
            <a:srgbClr val="2A2210"/>
          </a:solidFill>
          <a:ln w="15240">
            <a:solidFill>
              <a:srgbClr val="D4A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65392" y="5193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+ Infra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982712" y="48646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✅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540496" y="4846320"/>
            <a:ext cx="1828800" cy="822960"/>
          </a:xfrm>
          <a:prstGeom prst="rect">
            <a:avLst>
              <a:gd name="adj" fmla="val 1111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40496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40496" y="5193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+ Deploy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389120" y="3200400"/>
            <a:ext cx="3291840" cy="1828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3832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 — Media, Infrastructure &amp; Global Reach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264 commits  ·  77K lines  ·  42 models  ·  11 languages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4297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impactaistudio.com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Studio — Sprint 4: Media, Infrastructure &amp; Global Reach</dc:title>
  <dc:subject>Sprint 4 Review</dc:subject>
  <dc:creator>AIM Studio</dc:creator>
  <cp:lastModifiedBy>AIM Studio</cp:lastModifiedBy>
  <cp:revision>1</cp:revision>
  <dcterms:created xsi:type="dcterms:W3CDTF">2026-04-07T16:11:28Z</dcterms:created>
  <dcterms:modified xsi:type="dcterms:W3CDTF">2026-04-07T16:11:28Z</dcterms:modified>
</cp:coreProperties>
</file>